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60" r:id="rId5"/>
    <p:sldId id="267" r:id="rId6"/>
    <p:sldId id="262" r:id="rId7"/>
    <p:sldId id="263" r:id="rId8"/>
    <p:sldId id="264" r:id="rId9"/>
    <p:sldId id="266" r:id="rId10"/>
    <p:sldId id="268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5D12A-B2A1-44E4-8589-D67579F46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3C2CB8-A991-4885-A4BD-F206343776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C9AA5-8EC3-412D-AD53-4A20A9D12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149-E991-44E0-BD20-7E0D34944158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AF0D1-91B3-420E-B46A-3A6CC72CB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F3642-3F0B-4E66-BD37-400F67315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D441-B3D3-452D-A65D-6267146DF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6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8BBC9-85BC-4892-8CAB-AC557DA60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AAA7A-553C-4C31-883B-DEE381236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81C81-134E-4118-ADE1-361056A06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149-E991-44E0-BD20-7E0D34944158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3DB1A-3826-470B-9920-37BF6AE2A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F43F5-E99E-4A09-A30D-406D39A2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D441-B3D3-452D-A65D-6267146DF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912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30376-F6A9-4644-A2AA-E96964BCE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A2BBC-994C-4614-9C7E-B82ACFF32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E1E7F-5B90-4E2A-85AC-CFE57D062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149-E991-44E0-BD20-7E0D34944158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25B06-ED11-4ABA-9F99-7768CB830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4E719-8FD7-4505-8586-1DDF6C412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D441-B3D3-452D-A65D-6267146DF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82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276FF-5A73-46CC-B6C9-ACBA735B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96998-ADC5-47A1-B200-81E93EBA9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103B9-E524-4A53-8091-EA0777D53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C3FDB-40D8-44FE-9397-5AA68B91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149-E991-44E0-BD20-7E0D34944158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835FB-E80F-49B1-A7AC-5405AFD85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0037B-89E6-45AE-BFE1-EDAF69655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D441-B3D3-452D-A65D-6267146DF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72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C68B6-54FF-4ED3-BB63-A5CBCC530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4310C-C694-461E-A04E-87CC513A9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FE461A-F990-4D2C-86F7-0AA3BB325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82F7A-6839-432E-984E-7A5B18BDA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5F0CC7-D774-465C-B814-1FFE828D2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435C2D-0CBB-4765-B78A-4D5D993BF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149-E991-44E0-BD20-7E0D34944158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DBEAB0-ECBF-4489-9EE0-32D5F4256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8BEA42-DB45-4954-A22D-2C207446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D441-B3D3-452D-A65D-6267146DF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85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F7D3E-46BA-4DAA-B6E8-63EC70940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531270-7FC3-4DD3-87D4-F6D2BC28E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149-E991-44E0-BD20-7E0D34944158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B0A73-514B-43D8-9586-4532155D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C85F73-9A94-4B21-8E3B-A02AEBB95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D441-B3D3-452D-A65D-6267146DF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320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490034-D607-49A6-BC64-2537AEC49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149-E991-44E0-BD20-7E0D34944158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996BBA-3E79-4400-92D5-10316B4E5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11B5D-C724-415C-B07B-20E3B0E0C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D441-B3D3-452D-A65D-6267146DF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33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73021-811A-4157-8A62-E6AA87EB9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1FB3A-A7E0-4A82-92E8-86F0978B5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223AB-EFD7-456C-B5AC-033F9BF28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4FF30-29AB-45D7-AD9E-F52187372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149-E991-44E0-BD20-7E0D34944158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17798-061E-43A9-BBA0-DD056DE37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3574C-15F5-4BDC-B543-339815B6C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D441-B3D3-452D-A65D-6267146DF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0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86C7F-CF10-476B-9C74-7B99223D1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30031D-0515-40AF-B400-BD5B051216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18BDE-F34C-4FD6-B61E-C6081EFCA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5AB3D-B8CB-4AA2-B6A4-BCA21F28D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149-E991-44E0-BD20-7E0D34944158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91E47-CB5B-4553-B015-FDB50C8F5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F2861-6C76-41E6-B321-0A6D36428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D441-B3D3-452D-A65D-6267146DF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1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04976-4FA4-418C-B16E-4D807241F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DD38EB-0C5E-4C63-B66C-D275E435C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752C5-A95A-43E2-BD4B-F3DCEAD1D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149-E991-44E0-BD20-7E0D34944158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3836E-7B58-47D5-AC47-71ECBF5A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88C31-F5AB-47B1-A52B-E311D6C0C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D441-B3D3-452D-A65D-6267146DF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45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ABA351-622B-4EA6-90E1-7FC97A6B18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1B6246-70D1-4EBB-93F4-FC34EA9DE0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423A8-B436-4F5D-827F-CD54F579A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1C149-E991-44E0-BD20-7E0D34944158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56676-8085-472F-A874-939205AA5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80B3A-7D5C-440A-BE2B-90FF1A637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6D441-B3D3-452D-A65D-6267146DF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03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40FB83-B76C-43DF-A579-60B534314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DBF25-D113-4660-98C4-1E767EE63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7FA97-EBFF-4B11-816B-8DCF3CD25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1C149-E991-44E0-BD20-7E0D34944158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9D1D7-2D0B-41ED-8A8A-794E65E1F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0DC58-3702-4372-A81D-D0755E0F0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6D441-B3D3-452D-A65D-6267146DF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59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2E6BB-0BC8-4756-814E-B49B1FB5A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Git using</a:t>
            </a:r>
            <a:br>
              <a:rPr lang="en-US" b="1" dirty="0"/>
            </a:br>
            <a:r>
              <a:rPr lang="en-US" b="1" dirty="0"/>
              <a:t>Github &amp; </a:t>
            </a:r>
            <a:r>
              <a:rPr lang="en-US" sz="6000" b="1" dirty="0"/>
              <a:t>Bitbucket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9B9AA-1573-44D0-86C6-852E807AE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65510"/>
            <a:ext cx="9144000" cy="39228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Abdul Hafeez</a:t>
            </a:r>
          </a:p>
        </p:txBody>
      </p:sp>
    </p:spTree>
    <p:extLst>
      <p:ext uri="{BB962C8B-B14F-4D97-AF65-F5344CB8AC3E}">
        <p14:creationId xmlns:p14="http://schemas.microsoft.com/office/powerpoint/2010/main" val="3350070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8425B-7125-4229-AFD6-E4FA5FD8A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5422"/>
            <a:ext cx="10515600" cy="5691541"/>
          </a:xfrm>
        </p:spPr>
        <p:txBody>
          <a:bodyPr/>
          <a:lstStyle/>
          <a:p>
            <a:pPr marL="0" indent="0">
              <a:buNone/>
            </a:pPr>
            <a:r>
              <a:rPr lang="en-US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What is Git ?</a:t>
            </a:r>
          </a:p>
          <a:p>
            <a:pPr marL="0" indent="0">
              <a:buNone/>
            </a:pPr>
            <a:r>
              <a:rPr lang="en-US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Git</a:t>
            </a:r>
            <a:r>
              <a:rPr lang="en-US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is a free and open source version control tool to handle everything from small to large projects with speed and efficiency.</a:t>
            </a:r>
          </a:p>
          <a:p>
            <a:pPr marL="0" indent="0">
              <a:buNone/>
            </a:pPr>
            <a:endParaRPr lang="en-US" dirty="0">
              <a:solidFill>
                <a:srgbClr val="4D5156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7E4687-3822-4E70-832E-A7EEC46471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3" t="13333" r="4814" b="8971"/>
          <a:stretch/>
        </p:blipFill>
        <p:spPr>
          <a:xfrm>
            <a:off x="1808800" y="2321807"/>
            <a:ext cx="8574400" cy="397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947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C575E-F9A9-40DC-8CC9-77C7F3FD9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29949"/>
            <a:ext cx="12192000" cy="995915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GitHub &amp; Bitbucket = Both same commands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56D18B-1E65-4A8B-85E8-32A76747B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6505" b="41394"/>
          <a:stretch/>
        </p:blipFill>
        <p:spPr>
          <a:xfrm>
            <a:off x="244726" y="1745685"/>
            <a:ext cx="8000816" cy="35887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EE342E-F76B-4A8F-AC33-A52446B45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981" y="1745685"/>
            <a:ext cx="3647316" cy="40066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82974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DFE10C-0B20-49CF-AEB8-31EC5767D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311727"/>
            <a:ext cx="11083636" cy="62345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2F184E-7C02-4DCF-84AD-FEE692341B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97" t="25750" r="35099" b="29037"/>
          <a:stretch/>
        </p:blipFill>
        <p:spPr>
          <a:xfrm>
            <a:off x="2359377" y="1896534"/>
            <a:ext cx="3849511" cy="256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455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75218"/>
            <a:ext cx="12192000" cy="905377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Download Files - GitHub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init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git clone </a:t>
            </a:r>
            <a:r>
              <a:rPr lang="en-US" dirty="0"/>
              <a:t>https://github.com/codehafeez/test1.git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4800" dirty="0">
                <a:solidFill>
                  <a:srgbClr val="00B050"/>
                </a:solidFill>
              </a:rPr>
              <a:t>OR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git </a:t>
            </a:r>
            <a:r>
              <a:rPr lang="en-US" dirty="0" err="1"/>
              <a:t>init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git clone </a:t>
            </a:r>
            <a:r>
              <a:rPr lang="en-US" dirty="0">
                <a:solidFill>
                  <a:srgbClr val="FF0000"/>
                </a:solidFill>
              </a:rPr>
              <a:t>https://codehafeez@bitbucket.org/codehafeez/test1.git</a:t>
            </a:r>
          </a:p>
        </p:txBody>
      </p:sp>
    </p:spTree>
    <p:extLst>
      <p:ext uri="{BB962C8B-B14F-4D97-AF65-F5344CB8AC3E}">
        <p14:creationId xmlns:p14="http://schemas.microsoft.com/office/powerpoint/2010/main" val="3224879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75218"/>
            <a:ext cx="12192000" cy="905377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Upload Files - GitHub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init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add .</a:t>
            </a:r>
          </a:p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commit -m "first commit"</a:t>
            </a:r>
          </a:p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remote add origin https://github.com/codehafeez/test1.git</a:t>
            </a:r>
          </a:p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push -u origin main</a:t>
            </a:r>
          </a:p>
        </p:txBody>
      </p:sp>
    </p:spTree>
    <p:extLst>
      <p:ext uri="{BB962C8B-B14F-4D97-AF65-F5344CB8AC3E}">
        <p14:creationId xmlns:p14="http://schemas.microsoft.com/office/powerpoint/2010/main" val="288924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75218"/>
            <a:ext cx="12192000" cy="905377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Update Files - GitHub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init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add .</a:t>
            </a:r>
          </a:p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commit -m "second commit"</a:t>
            </a:r>
          </a:p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remote push origin https://github.com/codehafeez/test1.git</a:t>
            </a:r>
          </a:p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push -f origin main</a:t>
            </a:r>
          </a:p>
        </p:txBody>
      </p:sp>
    </p:spTree>
    <p:extLst>
      <p:ext uri="{BB962C8B-B14F-4D97-AF65-F5344CB8AC3E}">
        <p14:creationId xmlns:p14="http://schemas.microsoft.com/office/powerpoint/2010/main" val="2428122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75218"/>
            <a:ext cx="12192000" cy="905377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Update Files - GitHub commands (Detail)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init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git</a:t>
            </a:r>
            <a:r>
              <a:rPr lang="en-US" dirty="0">
                <a:solidFill>
                  <a:srgbClr val="FF0000"/>
                </a:solidFill>
              </a:rPr>
              <a:t> add index2.html</a:t>
            </a:r>
          </a:p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commit -m "second commit"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git</a:t>
            </a:r>
            <a:r>
              <a:rPr lang="en-US" dirty="0">
                <a:solidFill>
                  <a:srgbClr val="FF0000"/>
                </a:solidFill>
              </a:rPr>
              <a:t> status</a:t>
            </a:r>
          </a:p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remote push origin https://github.com/codehafeez/test1.git</a:t>
            </a:r>
          </a:p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push -f origin main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git</a:t>
            </a:r>
            <a:r>
              <a:rPr lang="en-US" dirty="0">
                <a:solidFill>
                  <a:srgbClr val="FF0000"/>
                </a:solidFill>
              </a:rPr>
              <a:t> log</a:t>
            </a:r>
          </a:p>
        </p:txBody>
      </p:sp>
    </p:spTree>
    <p:extLst>
      <p:ext uri="{BB962C8B-B14F-4D97-AF65-F5344CB8AC3E}">
        <p14:creationId xmlns:p14="http://schemas.microsoft.com/office/powerpoint/2010/main" val="3729434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75218"/>
            <a:ext cx="12192000" cy="905377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Delete File - GitHub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init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git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rm</a:t>
            </a:r>
            <a:r>
              <a:rPr lang="en-US" dirty="0">
                <a:solidFill>
                  <a:srgbClr val="FF0000"/>
                </a:solidFill>
              </a:rPr>
              <a:t> file1.txt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git</a:t>
            </a:r>
            <a:r>
              <a:rPr lang="en-US" dirty="0">
                <a:solidFill>
                  <a:srgbClr val="FF0000"/>
                </a:solidFill>
              </a:rPr>
              <a:t> commit -m "remove file1.txt"</a:t>
            </a:r>
          </a:p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remote push origin https://github.com/codehafeez/test1.git</a:t>
            </a:r>
          </a:p>
          <a:p>
            <a:pPr marL="0" indent="0">
              <a:buNone/>
            </a:pPr>
            <a:r>
              <a:rPr lang="en-US" dirty="0" err="1"/>
              <a:t>git</a:t>
            </a:r>
            <a:r>
              <a:rPr lang="en-US" dirty="0"/>
              <a:t> push -f origin main</a:t>
            </a:r>
          </a:p>
        </p:txBody>
      </p:sp>
    </p:spTree>
    <p:extLst>
      <p:ext uri="{BB962C8B-B14F-4D97-AF65-F5344CB8AC3E}">
        <p14:creationId xmlns:p14="http://schemas.microsoft.com/office/powerpoint/2010/main" val="2557857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85422"/>
            <a:ext cx="12192000" cy="995173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Download Previous Backup - Go Back 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git log</a:t>
            </a:r>
          </a:p>
          <a:p>
            <a:pPr marL="0" indent="0">
              <a:buNone/>
            </a:pPr>
            <a:r>
              <a:rPr lang="en-US" sz="2000" dirty="0"/>
              <a:t>git checkout (9d8037c9b3d5d195a5730e863a4d32cc565101dd) =&gt; &lt;commit-id&gt;</a:t>
            </a:r>
          </a:p>
          <a:p>
            <a:pPr marL="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Or //specific file</a:t>
            </a:r>
          </a:p>
          <a:p>
            <a:pPr marL="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git checkout (9d8037c9b3d5d195a5730e863a4d32cc565101dd) =&gt; &lt;commit-id&gt; index.html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git status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git reset HEAD </a:t>
            </a:r>
            <a:r>
              <a:rPr lang="en-US" sz="2000" dirty="0">
                <a:solidFill>
                  <a:schemeClr val="accent1"/>
                </a:solidFill>
              </a:rPr>
              <a:t>index.html</a:t>
            </a:r>
            <a:r>
              <a:rPr lang="en-US" sz="2000" dirty="0">
                <a:solidFill>
                  <a:srgbClr val="FF0000"/>
                </a:solidFill>
              </a:rPr>
              <a:t> // if you don’t find reset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git checkout -- index.html // if you don’t find reset</a:t>
            </a:r>
          </a:p>
        </p:txBody>
      </p:sp>
    </p:spTree>
    <p:extLst>
      <p:ext uri="{BB962C8B-B14F-4D97-AF65-F5344CB8AC3E}">
        <p14:creationId xmlns:p14="http://schemas.microsoft.com/office/powerpoint/2010/main" val="792477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-----------------------------------------------------------------------------</a:t>
            </a:r>
          </a:p>
          <a:p>
            <a:pPr marL="0" indent="0">
              <a:buNone/>
            </a:pPr>
            <a:r>
              <a:rPr lang="en-US" sz="2000" dirty="0"/>
              <a:t>Bitbucket Push Command </a:t>
            </a:r>
          </a:p>
          <a:p>
            <a:pPr marL="0" indent="0">
              <a:buNone/>
            </a:pPr>
            <a:r>
              <a:rPr lang="en-US" sz="2000" dirty="0"/>
              <a:t>-----------------------------------------------------------------------------</a:t>
            </a:r>
          </a:p>
          <a:p>
            <a:pPr marL="0" indent="0">
              <a:buNone/>
            </a:pPr>
            <a:r>
              <a:rPr lang="en-US" sz="2000" dirty="0"/>
              <a:t>git </a:t>
            </a:r>
            <a:r>
              <a:rPr lang="en-US" sz="2000" dirty="0" err="1"/>
              <a:t>init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git add .</a:t>
            </a:r>
          </a:p>
          <a:p>
            <a:pPr marL="0" indent="0">
              <a:buNone/>
            </a:pPr>
            <a:r>
              <a:rPr lang="en-US" sz="2000" dirty="0"/>
              <a:t>git commit -m "Initial Commit"</a:t>
            </a:r>
          </a:p>
          <a:p>
            <a:pPr marL="0" indent="0">
              <a:buNone/>
            </a:pPr>
            <a:r>
              <a:rPr lang="en-US" sz="2000" dirty="0"/>
              <a:t>git remote add origin https://codehafeez@bitbucket.org/codehafeez/reactnative-example.git</a:t>
            </a:r>
          </a:p>
          <a:p>
            <a:pPr marL="0" indent="0">
              <a:buNone/>
            </a:pPr>
            <a:r>
              <a:rPr lang="en-US" sz="2000" dirty="0"/>
              <a:t>git pull origin master</a:t>
            </a:r>
          </a:p>
          <a:p>
            <a:pPr marL="0" indent="0">
              <a:buNone/>
            </a:pPr>
            <a:r>
              <a:rPr lang="en-US" sz="2000" dirty="0"/>
              <a:t>git push origin master</a:t>
            </a:r>
          </a:p>
          <a:p>
            <a:pPr marL="0" indent="0">
              <a:buNone/>
            </a:pPr>
            <a:r>
              <a:rPr lang="en-US" sz="2000" dirty="0"/>
              <a:t>-----------------------------------------------------------------------------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254106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353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</vt:lpstr>
      <vt:lpstr>Calibri</vt:lpstr>
      <vt:lpstr>Calibri Light</vt:lpstr>
      <vt:lpstr>Office Theme</vt:lpstr>
      <vt:lpstr>Git using Github &amp; Bitbucket</vt:lpstr>
      <vt:lpstr>PowerPoint Presentation</vt:lpstr>
      <vt:lpstr>GitHub &amp; Bitbucket = Both same commands</vt:lpstr>
      <vt:lpstr>PowerPoint Presentation</vt:lpstr>
      <vt:lpstr>Download Files - GitHub commands</vt:lpstr>
      <vt:lpstr>Upload Files - GitHub commands</vt:lpstr>
      <vt:lpstr>Update Files - GitHub commands</vt:lpstr>
      <vt:lpstr>Update Files - GitHub commands (Detail)</vt:lpstr>
      <vt:lpstr>Delete File - GitHub commands</vt:lpstr>
      <vt:lpstr>Download Previous Backup - Go Back Version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 Hafeez</dc:creator>
  <cp:lastModifiedBy>Abdul Hafeez</cp:lastModifiedBy>
  <cp:revision>7</cp:revision>
  <dcterms:created xsi:type="dcterms:W3CDTF">2021-11-18T09:13:17Z</dcterms:created>
  <dcterms:modified xsi:type="dcterms:W3CDTF">2021-11-18T09:17:26Z</dcterms:modified>
</cp:coreProperties>
</file>